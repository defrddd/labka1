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-840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1254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1ef827af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1ef827af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ef827af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1ef827af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1ef827af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1ef827af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1ef827af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1ef827af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ef827af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1ef827af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1ef827afe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1ef827afe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ef827af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ef827afe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ltGray">
          <a:xfrm>
            <a:off x="1" y="0"/>
            <a:ext cx="9143999" cy="385157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516886"/>
            <a:ext cx="8077200" cy="1255014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8077200" cy="1124712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0" y="3846251"/>
            <a:ext cx="9144000" cy="3429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ltGray">
          <a:xfrm>
            <a:off x="0" y="1"/>
            <a:ext cx="9144000" cy="195189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invGray">
          <a:xfrm>
            <a:off x="0" y="1951890"/>
            <a:ext cx="9144000" cy="3429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9808" y="89154"/>
            <a:ext cx="8013192" cy="1227582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40664" y="1371600"/>
            <a:ext cx="8022336" cy="51435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30452"/>
            <a:ext cx="4038600" cy="346786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30452"/>
            <a:ext cx="4038600" cy="3467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4241"/>
            <a:ext cx="4040188" cy="536516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837134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274241"/>
            <a:ext cx="4041775" cy="536516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837134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838" y="114300"/>
            <a:ext cx="2523744" cy="733806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19378" y="1307350"/>
            <a:ext cx="5920641" cy="34191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7838" y="1297514"/>
            <a:ext cx="2468880" cy="3429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12" name="Прямоугольник 11"/>
          <p:cNvSpPr/>
          <p:nvPr/>
        </p:nvSpPr>
        <p:spPr bwMode="invGray">
          <a:xfrm>
            <a:off x="2855737" y="0"/>
            <a:ext cx="45720" cy="1090422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 bwMode="invGray">
          <a:xfrm>
            <a:off x="2855737" y="0"/>
            <a:ext cx="45720" cy="1090422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592" y="116586"/>
            <a:ext cx="2525150" cy="733806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903806" y="1113606"/>
            <a:ext cx="6247397" cy="4029894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4592" y="1296162"/>
            <a:ext cx="2468880" cy="3429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64592" y="877824"/>
            <a:ext cx="2523744" cy="150876"/>
          </a:xfrm>
        </p:spPr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855737" y="0"/>
            <a:ext cx="45720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 bwMode="invGray">
          <a:xfrm>
            <a:off x="2855737" y="0"/>
            <a:ext cx="45720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35808" y="877824"/>
            <a:ext cx="5193792" cy="150876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kumimoji="0"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339328" y="877824"/>
            <a:ext cx="733864" cy="15087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invGray">
          <a:xfrm>
            <a:off x="6598920" y="0"/>
            <a:ext cx="45720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 bwMode="ltGray">
          <a:xfrm>
            <a:off x="6647688" y="0"/>
            <a:ext cx="2514601" cy="51435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205980"/>
            <a:ext cx="1905000" cy="4388644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640597" y="4783095"/>
            <a:ext cx="3836404" cy="273844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 bwMode="invGray">
          <a:xfrm>
            <a:off x="0" y="1076921"/>
            <a:ext cx="9144000" cy="3429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 bwMode="ltGray">
          <a:xfrm>
            <a:off x="1" y="0"/>
            <a:ext cx="9143999" cy="10753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938297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1394"/>
            <a:ext cx="8229600" cy="3469207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857749"/>
            <a:ext cx="2133600" cy="20574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D7C3A134-F1C3-464B-BF47-54DC2DE08F52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640597" y="4857749"/>
            <a:ext cx="5507719" cy="20574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kumimoji="0"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204396" y="4857749"/>
            <a:ext cx="733864" cy="20574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6.wdp"/><Relationship Id="rId5" Type="http://schemas.openxmlformats.org/officeDocument/2006/relationships/image" Target="../media/image11.png"/><Relationship Id="rId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0" y="759550"/>
            <a:ext cx="78015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лабораторным работам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367300" y="4146250"/>
            <a:ext cx="377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курсант 331 г</a:t>
            </a:r>
            <a:endParaRPr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Полубудкин Ярослав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54300" y="0"/>
            <a:ext cx="8692643" cy="893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рабочей среды и установка необходимого программного обеспечения.</a:t>
            </a:r>
          </a:p>
        </p:txBody>
      </p:sp>
      <p:pic>
        <p:nvPicPr>
          <p:cNvPr id="66" name="Google Shape;66;p14" title="Снимок экрана 2026-05-03 1411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50" y="1275300"/>
            <a:ext cx="3528575" cy="26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C:\Users\vodil\Downloads\Labka\Этап1\10.pn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25" y="2075755"/>
            <a:ext cx="2717899" cy="271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Google Shape;68;p14" title="Снимок экрана 2026-05-04 19495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8172" y="1178400"/>
            <a:ext cx="3279275" cy="21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74585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запуск стартового проекта в среде разработки Eclipse IDE.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Google Shape;75;p15" title="вторая.png"/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87533" y="1220996"/>
            <a:ext cx="4007652" cy="2444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0" name="Picture 2" descr="C:\Users\vodil\Downloads\Labka\Этап2\3.png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1" y="1220994"/>
            <a:ext cx="3931253" cy="27180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Google Shape;74;p15" title="первая тема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2275" y="2345324"/>
            <a:ext cx="4116631" cy="25838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37825" y="13062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первичного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в NetBeans IDE.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:\Users\vodil\Downloads\Labka\Этап3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890" y="1869297"/>
            <a:ext cx="3247596" cy="2613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8231" y="-653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рограммная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приложения «Калькулятор».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r="9881"/>
          <a:stretch/>
        </p:blipFill>
        <p:spPr>
          <a:xfrm>
            <a:off x="2581193" y="1449976"/>
            <a:ext cx="3591008" cy="3343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45118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этап: разработка двух самостоятельных программных модулей.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8" title="Овал.png"/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37103" y="1625341"/>
            <a:ext cx="3930276" cy="2611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5" name="Google Shape;95;p18" title="овал код.png"/>
          <p:cNvPicPr preferRelativeResize="0"/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118" y="1235438"/>
            <a:ext cx="4163000" cy="36577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 title="Код папича.png"/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639" y="1300321"/>
            <a:ext cx="5442425" cy="34229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098" name="Picture 2" descr="C:\Users\vodil\Downloads\Labka\Этап6\Папич проигрыш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05" y="3162948"/>
            <a:ext cx="2496913" cy="156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vodil\Downloads\Labka\Этап6\папич игра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05" y="1456781"/>
            <a:ext cx="2496976" cy="155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Инициализация локального репозитория Git в качестве завершающего шага контроля версий.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9" name="Google Shape;109;p20" title="g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175" y="1681375"/>
            <a:ext cx="71056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одульная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Модульная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ду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7</TotalTime>
  <Words>63</Words>
  <Application>Microsoft Office PowerPoint</Application>
  <PresentationFormat>Экран (16:9)</PresentationFormat>
  <Paragraphs>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Times New Roman</vt:lpstr>
      <vt:lpstr>Wingdings 3</vt:lpstr>
      <vt:lpstr>Corbel</vt:lpstr>
      <vt:lpstr>Wingdings 2</vt:lpstr>
      <vt:lpstr>Wingdings</vt:lpstr>
      <vt:lpstr>Модульная</vt:lpstr>
      <vt:lpstr>Отчет по лабораторным работам</vt:lpstr>
      <vt:lpstr>Подготовка рабочей среды и установка необходимого программного обеспечения.</vt:lpstr>
      <vt:lpstr>Разработка и запуск стартового проекта в среде разработки Eclipse IDE.</vt:lpstr>
      <vt:lpstr>Создание первичного приложения в NetBeans IDE.</vt:lpstr>
      <vt:lpstr>Программная реализация приложения «Калькулятор».</vt:lpstr>
      <vt:lpstr>Финальный этап: разработка двух самостоятельных программных модулей.</vt:lpstr>
      <vt:lpstr>Презентация PowerPoint</vt:lpstr>
      <vt:lpstr>Инициализация локального репозитория Git в качестве завершающего шага контроля версий.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лабораторным работам</dc:title>
  <dc:creator>Yaroslav Polubudkin</dc:creator>
  <cp:lastModifiedBy>User Windows</cp:lastModifiedBy>
  <cp:revision>2</cp:revision>
  <dcterms:modified xsi:type="dcterms:W3CDTF">2026-05-16T03:05:52Z</dcterms:modified>
</cp:coreProperties>
</file>