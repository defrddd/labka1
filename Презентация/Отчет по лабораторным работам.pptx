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Corbel" panose="020B0503020204020204" pitchFamily="34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-840" y="-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212544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e1ef827afe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e1ef827afe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e1ef827afe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e1ef827afe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1ef827afe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1ef827afe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e1ef827afe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e1ef827afe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1ef827af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e1ef827af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1ef827afe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1ef827afe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1ef827afe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e1ef827afe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 bwMode="ltGray">
          <a:xfrm>
            <a:off x="1" y="0"/>
            <a:ext cx="9143999" cy="385157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516886"/>
            <a:ext cx="8077200" cy="1255014"/>
          </a:xfrm>
        </p:spPr>
        <p:txBody>
          <a:bodyPr vert="horz" lIns="91440" tIns="0" rIns="45720" bIns="0" rtlCol="0" anchor="t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85800" y="1371600"/>
            <a:ext cx="8077200" cy="1124712"/>
          </a:xfrm>
        </p:spPr>
        <p:txBody>
          <a:bodyPr lIns="118872" tIns="0" rIns="45720" bIns="0" anchor="b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0" y="3846251"/>
            <a:ext cx="9144000" cy="3429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16586"/>
            <a:ext cx="8229600" cy="939546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 bwMode="ltGray">
          <a:xfrm>
            <a:off x="0" y="1"/>
            <a:ext cx="9144000" cy="195189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 bwMode="invGray">
          <a:xfrm>
            <a:off x="0" y="1951890"/>
            <a:ext cx="9144000" cy="3429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49808" y="89154"/>
            <a:ext cx="8013192" cy="1227582"/>
          </a:xfrm>
        </p:spPr>
        <p:txBody>
          <a:bodyPr vert="horz" lIns="91440" tIns="0" rIns="91440" bIns="0" rtlCol="0" anchor="b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40664" y="1371600"/>
            <a:ext cx="8022336" cy="514350"/>
          </a:xfrm>
        </p:spPr>
        <p:txBody>
          <a:bodyPr lIns="146304" tIns="0" rIns="45720" bIns="0" anchor="t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330452"/>
            <a:ext cx="4038600" cy="3467862"/>
          </a:xfrm>
        </p:spPr>
        <p:txBody>
          <a:bodyPr lIns="9144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330452"/>
            <a:ext cx="4038600" cy="34678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74241"/>
            <a:ext cx="4040188" cy="536516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837134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274241"/>
            <a:ext cx="4041775" cy="536516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6" y="1837134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7838" y="114300"/>
            <a:ext cx="2523744" cy="733806"/>
          </a:xfrm>
        </p:spPr>
        <p:txBody>
          <a:bodyPr vert="horz" lIns="73152" rIns="45720" bIns="0" rtlCol="0" anchor="b">
            <a:normAutofit/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19378" y="1307350"/>
            <a:ext cx="5920641" cy="341916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67838" y="1297514"/>
            <a:ext cx="2468880" cy="3429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  <p:sp>
        <p:nvSpPr>
          <p:cNvPr id="12" name="Прямоугольник 11"/>
          <p:cNvSpPr/>
          <p:nvPr/>
        </p:nvSpPr>
        <p:spPr bwMode="invGray">
          <a:xfrm>
            <a:off x="2855737" y="0"/>
            <a:ext cx="45720" cy="1090422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Прямоугольник 8"/>
          <p:cNvSpPr/>
          <p:nvPr/>
        </p:nvSpPr>
        <p:spPr bwMode="invGray">
          <a:xfrm>
            <a:off x="2855737" y="0"/>
            <a:ext cx="45720" cy="1090422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4592" y="116586"/>
            <a:ext cx="2525150" cy="733806"/>
          </a:xfrm>
        </p:spPr>
        <p:txBody>
          <a:bodyPr lIns="73152" bIns="0" anchor="b"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903806" y="1113606"/>
            <a:ext cx="6247397" cy="4029894"/>
          </a:xfrm>
          <a:solidFill>
            <a:schemeClr val="bg2">
              <a:shade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  <a:extLst/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64592" y="1296162"/>
            <a:ext cx="2468880" cy="3429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>
          <a:xfrm>
            <a:off x="164592" y="877824"/>
            <a:ext cx="2523744" cy="150876"/>
          </a:xfrm>
        </p:spPr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2855737" y="0"/>
            <a:ext cx="45720" cy="51435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Прямоугольник 8"/>
          <p:cNvSpPr/>
          <p:nvPr/>
        </p:nvSpPr>
        <p:spPr bwMode="invGray">
          <a:xfrm>
            <a:off x="2855737" y="0"/>
            <a:ext cx="45720" cy="51435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3035808" y="877824"/>
            <a:ext cx="5193792" cy="150876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endParaRPr kumimoji="0"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8339328" y="877824"/>
            <a:ext cx="733864" cy="150876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 bwMode="invGray">
          <a:xfrm>
            <a:off x="6598920" y="0"/>
            <a:ext cx="45720" cy="51435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Прямоугольник 7"/>
          <p:cNvSpPr/>
          <p:nvPr/>
        </p:nvSpPr>
        <p:spPr bwMode="ltGray">
          <a:xfrm>
            <a:off x="6647688" y="0"/>
            <a:ext cx="2514601" cy="514350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781800" y="205980"/>
            <a:ext cx="1905000" cy="4388644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388644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3A134-F1C3-464B-BF47-54DC2DE08F52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2640597" y="4783095"/>
            <a:ext cx="3836404" cy="273844"/>
          </a:xfrm>
        </p:spPr>
        <p:txBody>
          <a:bodyPr/>
          <a:lstStyle/>
          <a:p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 bwMode="invGray">
          <a:xfrm>
            <a:off x="0" y="1076921"/>
            <a:ext cx="9144000" cy="3429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7" name="Прямоугольник 6"/>
          <p:cNvSpPr/>
          <p:nvPr/>
        </p:nvSpPr>
        <p:spPr bwMode="ltGray">
          <a:xfrm>
            <a:off x="1" y="0"/>
            <a:ext cx="9143999" cy="107530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14300"/>
            <a:ext cx="8229600" cy="938297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331394"/>
            <a:ext cx="8229600" cy="3469207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857749"/>
            <a:ext cx="2133600" cy="205740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D7C3A134-F1C3-464B-BF47-54DC2DE08F52}" type="datetimeFigureOut">
              <a:rPr lang="en-US" smtClean="0"/>
              <a:t>5/16/2026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2640597" y="4857749"/>
            <a:ext cx="5507719" cy="205740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endParaRPr kumimoji="0"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204396" y="4857749"/>
            <a:ext cx="733864" cy="205740"/>
          </a:xfrm>
          <a:prstGeom prst="rect">
            <a:avLst/>
          </a:prstGeom>
        </p:spPr>
        <p:txBody>
          <a:bodyPr vert="horz" bIns="0" rtlCol="0" anchor="b"/>
          <a:lstStyle>
            <a:lvl1pPr algn="r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4500" b="1" kern="1200">
          <a:solidFill>
            <a:schemeClr val="accent1">
              <a:satMod val="150000"/>
            </a:schemeClr>
          </a:solidFill>
          <a:effectLst/>
          <a:latin typeface="+mj-lt"/>
          <a:ea typeface="+mj-ea"/>
          <a:cs typeface="+mj-cs"/>
        </a:defRPr>
      </a:lvl1pPr>
      <a:extLst/>
    </p:titleStyle>
    <p:bodyStyle>
      <a:lvl1pPr marL="438912" indent="-320040" algn="l" rtl="0" eaLnBrk="1" latinLnBrk="0" hangingPunct="1">
        <a:spcBef>
          <a:spcPts val="0"/>
        </a:spcBef>
        <a:buClr>
          <a:schemeClr val="accent1"/>
        </a:buClr>
        <a:buSzPct val="80000"/>
        <a:buFont typeface="Wingdings 2"/>
        <a:buChar char="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indent="-274320" algn="l" rtl="0" eaLnBrk="1" latinLnBrk="0" hangingPunct="1">
        <a:spcBef>
          <a:spcPct val="20000"/>
        </a:spcBef>
        <a:buClr>
          <a:schemeClr val="accent2"/>
        </a:buClr>
        <a:buSzPct val="90000"/>
        <a:buFont typeface="Wingdings"/>
        <a:buChar char="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96696" indent="-228600" algn="l" rtl="0" eaLnBrk="1" latinLnBrk="0" hangingPunct="1">
        <a:spcBef>
          <a:spcPct val="20000"/>
        </a:spcBef>
        <a:buClr>
          <a:schemeClr val="accent3"/>
        </a:buClr>
        <a:buFont typeface="Arial"/>
        <a:buChar char="▪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16152" indent="-182880" algn="l" rtl="0" eaLnBrk="1" latinLnBrk="0" hangingPunct="1">
        <a:spcBef>
          <a:spcPct val="20000"/>
        </a:spcBef>
        <a:buClr>
          <a:schemeClr val="accent4"/>
        </a:buClr>
        <a:buFont typeface="Arial"/>
        <a:buChar char="▪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26464" indent="-182880" algn="l" rtl="0" eaLnBrk="1" latinLnBrk="0" hangingPunct="1">
        <a:spcBef>
          <a:spcPct val="20000"/>
        </a:spcBef>
        <a:buClr>
          <a:schemeClr val="accent5"/>
        </a:buClr>
        <a:buFont typeface="Wingdings 3"/>
        <a:buChar char=""/>
        <a:defRPr kumimoji="0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1627632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31136" indent="-18288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microsoft.com/office/2007/relationships/hdphoto" Target="../media/hdphoto4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microsoft.com/office/2007/relationships/hdphoto" Target="../media/hdphoto6.wdp"/><Relationship Id="rId5" Type="http://schemas.openxmlformats.org/officeDocument/2006/relationships/image" Target="../media/image11.png"/><Relationship Id="rId4" Type="http://schemas.microsoft.com/office/2007/relationships/hdphoto" Target="../media/hdphoto5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microsoft.com/office/2007/relationships/hdphoto" Target="../media/hdphoto7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671250" y="759550"/>
            <a:ext cx="7801500" cy="99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Отчет по лабораторным работам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367300" y="4146250"/>
            <a:ext cx="377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курсант 331 г</a:t>
            </a:r>
            <a:endParaRPr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Полубудкин Ярослав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254300" y="0"/>
            <a:ext cx="8692643" cy="8939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Подготовка рабочей среды и установка необходимого программного обеспечения.</a:t>
            </a:r>
          </a:p>
        </p:txBody>
      </p:sp>
      <p:pic>
        <p:nvPicPr>
          <p:cNvPr id="66" name="Google Shape;66;p14" title="Снимок экрана 2026-05-03 14110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1050" y="1275300"/>
            <a:ext cx="3528575" cy="266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C:\Users\vodil\Downloads\Labka\Этап1\10.png"/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3925" y="2075755"/>
            <a:ext cx="2717899" cy="271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Google Shape;68;p14" title="Снимок экрана 2026-05-04 19495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178172" y="1178400"/>
            <a:ext cx="3279275" cy="215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374585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 запуск стартового проекта в среде разработки Eclipse IDE.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5" name="Google Shape;75;p15" title="вторая.png"/>
          <p:cNvPicPr preferRelativeResize="0"/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87533" y="1220996"/>
            <a:ext cx="4007652" cy="24446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050" name="Picture 2" descr="C:\Users\vodil\Downloads\Labka\Этап2\3.png"/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" y="1220994"/>
            <a:ext cx="3931253" cy="271809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4" name="Google Shape;74;p15" title="первая тема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92275" y="2345324"/>
            <a:ext cx="4116631" cy="25838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337825" y="130628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</a:t>
            </a:r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первичного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приложения в NetBeans IDE.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C:\Users\vodil\Downloads\Labka\Этап3\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9890" y="1869297"/>
            <a:ext cx="3247596" cy="26133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>
            <a:spLocks noGrp="1"/>
          </p:cNvSpPr>
          <p:nvPr>
            <p:ph type="title"/>
          </p:nvPr>
        </p:nvSpPr>
        <p:spPr>
          <a:xfrm>
            <a:off x="318231" y="-653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рограммная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приложения «Калькулятор».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8" name="Google Shape;88;p17"/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r="9881"/>
          <a:stretch/>
        </p:blipFill>
        <p:spPr>
          <a:xfrm>
            <a:off x="2581193" y="1449976"/>
            <a:ext cx="3591008" cy="334300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 txBox="1">
            <a:spLocks noGrp="1"/>
          </p:cNvSpPr>
          <p:nvPr>
            <p:ph type="title"/>
          </p:nvPr>
        </p:nvSpPr>
        <p:spPr>
          <a:xfrm>
            <a:off x="345118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Финальный этап: разработка двух самостоятельных программных модулей.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4" name="Google Shape;94;p18" title="Овал.png"/>
          <p:cNvPicPr preferRelativeResize="0"/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37103" y="1625341"/>
            <a:ext cx="3930276" cy="26112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5" name="Google Shape;95;p18" title="овал код.png"/>
          <p:cNvPicPr preferRelativeResize="0"/>
          <p:nvPr/>
        </p:nvPicPr>
        <p:blipFill>
          <a:blip r:embed="rId5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5118" y="1235438"/>
            <a:ext cx="4163000" cy="365772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9" title="Код папича.png"/>
          <p:cNvPicPr preferRelativeResize="0"/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2639" y="1300321"/>
            <a:ext cx="5442425" cy="342295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098" name="Picture 2" descr="C:\Users\vodil\Downloads\Labka\Этап6\Папич проигрыш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505" y="3162948"/>
            <a:ext cx="2496913" cy="1560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C:\Users\vodil\Downloads\Labka\Этап6\папич игра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505" y="1456781"/>
            <a:ext cx="2496976" cy="1555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Инициализация локального репозитория Git в качестве завершающего шага контроля версий.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C:\Users\vodil\OneDrive\Pictures\Screenshots\Снимок экрана 2026-05-16 075515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20" y="1864994"/>
            <a:ext cx="7362825" cy="231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Модульная">
  <a:themeElements>
    <a:clrScheme name="Модульная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Модульная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Модуль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Module</Template>
  <TotalTime>7</TotalTime>
  <Words>63</Words>
  <Application>Microsoft Office PowerPoint</Application>
  <PresentationFormat>Экран (16:9)</PresentationFormat>
  <Paragraphs>9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Times New Roman</vt:lpstr>
      <vt:lpstr>Wingdings 3</vt:lpstr>
      <vt:lpstr>Corbel</vt:lpstr>
      <vt:lpstr>Wingdings 2</vt:lpstr>
      <vt:lpstr>Wingdings</vt:lpstr>
      <vt:lpstr>Модульная</vt:lpstr>
      <vt:lpstr>Отчет по лабораторным работам</vt:lpstr>
      <vt:lpstr>Подготовка рабочей среды и установка необходимого программного обеспечения.</vt:lpstr>
      <vt:lpstr>Разработка и запуск стартового проекта в среде разработки Eclipse IDE.</vt:lpstr>
      <vt:lpstr>Создание первичного приложения в NetBeans IDE.</vt:lpstr>
      <vt:lpstr>Программная реализация приложения «Калькулятор».</vt:lpstr>
      <vt:lpstr>Финальный этап: разработка двух самостоятельных программных модулей.</vt:lpstr>
      <vt:lpstr>Презентация PowerPoint</vt:lpstr>
      <vt:lpstr>Инициализация локального репозитория Git в качестве завершающего шага контроля версий.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лабораторным работам</dc:title>
  <dc:creator>Yaroslav Polubudkin</dc:creator>
  <cp:lastModifiedBy>User Windows</cp:lastModifiedBy>
  <cp:revision>3</cp:revision>
  <dcterms:modified xsi:type="dcterms:W3CDTF">2026-05-16T03:24:32Z</dcterms:modified>
</cp:coreProperties>
</file>